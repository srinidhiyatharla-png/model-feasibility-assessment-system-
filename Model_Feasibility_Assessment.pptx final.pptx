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228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6096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73152" cy="13716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822960" y="13258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Feasibility Assessment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the success or failure of ML training runs from hyperparameters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66927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Vaibhav - 25WU0102209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Himesh Sarvan - 25WU0102099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Srinidhi </a:t>
            </a:r>
            <a:r>
              <a:rPr lang="en-US" sz="800" dirty="0" err="1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Yatharla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- 25WU0102309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Akshaya Reddy – 25WU0102304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Nikhilesh Chandra – 25WU0102206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Program: AI &amp; ML   Mentor: Dr. Roopa   Batch: 2025 - 2029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Evaluation : 06 – 10 – 2026 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554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331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108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3108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886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886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0" y="1554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331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2331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Future Scope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108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3108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ML models costs time and compute. Poor hyperparameter choices are a common cause of wasted runs.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92024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are often found only after hours of training. Some are loud (NaN loss), others silent (model trains but never learns).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554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920240"/>
            <a:ext cx="2468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success probability and likely failure mode before training, from the planned hyperparameters.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WORK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3686" y="19659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/>
              <a:t>AutoML tools (Google Vizier, </a:t>
            </a:r>
            <a:r>
              <a:rPr lang="en-IN" sz="1200" dirty="0" err="1"/>
              <a:t>Optuna</a:t>
            </a:r>
            <a:r>
              <a:rPr lang="en-IN" sz="1200" dirty="0"/>
              <a:t>, Ray Tune) search for the best hyperparameter configuration among many candidates.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IN" sz="1200" dirty="0"/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IN" sz="1200" dirty="0"/>
              <a:t>Research shows learning rate and batch size are the most common causes of training divergence (Smith, 2017; </a:t>
            </a:r>
            <a:r>
              <a:rPr lang="en-IN" sz="1200" dirty="0" err="1"/>
              <a:t>Bergstra</a:t>
            </a:r>
            <a:r>
              <a:rPr lang="en-IN" sz="1200" dirty="0"/>
              <a:t> &amp; Bengio, 2012).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669280" y="1463040"/>
            <a:ext cx="2926080" cy="292608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897880" y="16459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5897880" y="19659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guidance is scattered rules of thumb, with no quick tool to check a planned run.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897880" y="3017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5897880" y="333756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form that returns a probability, a failure mode and reasons.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384048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42646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16642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hyperparameters and outcomes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84832"/>
            <a:ext cx="384048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0482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2860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and engineer risk features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706624"/>
            <a:ext cx="384048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26700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meta-classifier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29077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or XGBoost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328416"/>
            <a:ext cx="384048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48640" y="33284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29184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51560" y="35295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precision, ROC-AUC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463040"/>
            <a:ext cx="384048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66344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166360" y="1426464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explanation layer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166360" y="166420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reasoning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2084832"/>
            <a:ext cx="384048" cy="38404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66344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166360" y="204825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166360" y="22860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inputs config, gets result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2706624"/>
            <a:ext cx="384048" cy="384048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6344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166360" y="26700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and demo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166360" y="290779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testing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0233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FastAPI, scikit-learn, joblib, SQLite, HTML/JS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5" name="Image 0" descr="for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417320"/>
            <a:ext cx="3639312" cy="290779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17320"/>
            <a:ext cx="3639312" cy="2907792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0" y="1463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4572000" y="1828800"/>
            <a:ext cx="4023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input form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probability and failure mode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risk explanations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assessment history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571999"/>
            <a:ext cx="8046720" cy="498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https://github.com/srinidhiyatharla-png/Model-Feasibility-Assessment-system-</a:t>
            </a:r>
          </a:p>
          <a:p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file:///C:/Users/SRINIDHI%20YATHARLA/Downloads/model-feasibility-assessment/model-feasibility-assessment/index.html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371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XX% ]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371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4/4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Sanity tests passed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035040" y="13716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XX ms ]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920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 time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14600"/>
          <a:ext cx="4754880" cy="18288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input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6B72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0.001, batch 32, 30 epochs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Likely Success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 (89%)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0.00001, batch 32, 5 epochs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 Failure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0.1, batch 8, 2 epochs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Failure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 4, batch 18, 2 epochs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Failure Risk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Passed (0%)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12" name="Image 0" descr="h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514600"/>
            <a:ext cx="3017520" cy="10972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577840" y="2514600"/>
            <a:ext cx="3017520" cy="1097280"/>
          </a:xfrm>
          <a:prstGeom prst="rect">
            <a:avLst/>
          </a:prstGeom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5577840" y="3675888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from the app history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Future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THIS UNIQUE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the failure type, not just pass/fail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silent failures, not only crashes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why a run is risky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result before any compute is spent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92024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real experiment logs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model types and optimizers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better hyperparameters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and team accounts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built a web app that predicts whether a planned training run will succeed or fail, shows the likely failure mode and explains the risks. The prototype uses synthetic, rule-derived data.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192024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behaviour and failure modes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and serving an ML model with an API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 with Git and GitHub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75488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566</Words>
  <Application>Microsoft Office PowerPoint</Application>
  <PresentationFormat>On-screen Show (16:9)</PresentationFormat>
  <Paragraphs>131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SRINIDHI REDDY</cp:lastModifiedBy>
  <cp:revision>4</cp:revision>
  <dcterms:created xsi:type="dcterms:W3CDTF">2026-10-05T16:26:24Z</dcterms:created>
  <dcterms:modified xsi:type="dcterms:W3CDTF">2026-10-06T08:32:43Z</dcterms:modified>
</cp:coreProperties>
</file>